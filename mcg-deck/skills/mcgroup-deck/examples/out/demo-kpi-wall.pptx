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0012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Finance</c:v>
                  </c:pt>
                  <c:pt idx="1">
                    <c:v>IT</c:v>
                  </c:pt>
                  <c:pt idx="2">
                    <c:v>E-Comm</c:v>
                  </c:pt>
                  <c:pt idx="3">
                    <c:v>Product</c:v>
                  </c:pt>
                  <c:pt idx="4">
                    <c:v>Sales</c:v>
                  </c:pt>
                  <c:pt idx="5">
                    <c:v>Ops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57</c:v>
                </c:pt>
                <c:pt idx="1">
                  <c:v>28</c:v>
                </c:pt>
                <c:pt idx="2">
                  <c:v>30</c:v>
                </c:pt>
                <c:pt idx="3">
                  <c:v>37</c:v>
                </c:pt>
                <c:pt idx="4">
                  <c:v>36</c:v>
                </c:pt>
                <c:pt idx="5">
                  <c:v>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1245"/>
          </a:solidFill>
          <a:ln w="12700">
            <a:solidFill>
              <a:srgbClr val="0012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48056" y="4389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FY27 AI TRAINING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48056" y="932688"/>
            <a:ext cx="502920" cy="45720"/>
          </a:xfrm>
          <a:prstGeom prst="rect">
            <a:avLst/>
          </a:prstGeom>
          <a:solidFill>
            <a:srgbClr val="E6A82D"/>
          </a:solidFill>
          <a:ln w="12700">
            <a:solidFill>
              <a:srgbClr val="E6A8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48056" y="103327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BOARD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48056" y="13075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77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key metrics at a glance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94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 GROUP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5120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00" kern="0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DASHBOARD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475488"/>
            <a:ext cx="274320" cy="18288"/>
          </a:xfrm>
          <a:prstGeom prst="rect">
            <a:avLst/>
          </a:prstGeom>
          <a:solidFill>
            <a:srgbClr val="E6A82D"/>
          </a:solidFill>
          <a:ln w="12700">
            <a:solidFill>
              <a:srgbClr val="E6A8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" y="6272784"/>
            <a:ext cx="11292840" cy="9144"/>
          </a:xfrm>
          <a:prstGeom prst="rect">
            <a:avLst/>
          </a:prstGeom>
          <a:solidFill>
            <a:srgbClr val="DCE2EC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638251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77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 GROUP  /  KPI WALL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77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 2026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57200" y="1554480"/>
            <a:ext cx="363931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554480"/>
            <a:ext cx="64008" cy="123444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1645920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" y="249631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EMPLOYEES TRAINED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61104" y="1554480"/>
            <a:ext cx="3639312" cy="123444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61104" y="1554480"/>
            <a:ext cx="64008" cy="1234440"/>
          </a:xfrm>
          <a:prstGeom prst="rect">
            <a:avLst/>
          </a:prstGeom>
          <a:solidFill>
            <a:srgbClr val="E6A82D"/>
          </a:solidFill>
          <a:ln w="12700">
            <a:solidFill>
              <a:srgbClr val="E6A82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62272" y="1645920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A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4471416" y="249631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ENABLED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65008" y="1554480"/>
            <a:ext cx="363931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65008" y="1554480"/>
            <a:ext cx="64008" cy="123444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66176" y="1645920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104%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8275320" y="249631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ACHIEVED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953512"/>
            <a:ext cx="3639312" cy="123444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953512"/>
            <a:ext cx="64008" cy="1234440"/>
          </a:xfrm>
          <a:prstGeom prst="rect">
            <a:avLst/>
          </a:prstGeom>
          <a:solidFill>
            <a:srgbClr val="E6A82D"/>
          </a:solidFill>
          <a:ln w="12700">
            <a:solidFill>
              <a:srgbClr val="E6A82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" y="3044952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A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" y="3895344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WINNING SOLUTIONS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61104" y="2953512"/>
            <a:ext cx="363931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61104" y="2953512"/>
            <a:ext cx="64008" cy="123444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62272" y="3044952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80,500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4471416" y="3895344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THB SAVED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065008" y="2953512"/>
            <a:ext cx="3639312" cy="123444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65008" y="2953512"/>
            <a:ext cx="64008" cy="1234440"/>
          </a:xfrm>
          <a:prstGeom prst="rect">
            <a:avLst/>
          </a:prstGeom>
          <a:solidFill>
            <a:srgbClr val="E6A82D"/>
          </a:solidFill>
          <a:ln w="12700">
            <a:solidFill>
              <a:srgbClr val="E6A82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66176" y="3044952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A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APR</a:t>
            </a:r>
            <a:endParaRPr lang="en-US" sz="3000" dirty="0"/>
          </a:p>
        </p:txBody>
      </p:sp>
      <p:sp>
        <p:nvSpPr>
          <p:cNvPr id="36" name="Text 34"/>
          <p:cNvSpPr txBox="1"/>
          <p:nvPr/>
        </p:nvSpPr>
        <p:spPr>
          <a:xfrm>
            <a:off x="8275320" y="3895344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DATE</a:t>
            </a:r>
            <a:endParaRPr lang="en-US" sz="90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457200" y="4526280"/>
          <a:ext cx="1124712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MC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KPI Wall Demo</dc:title>
  <dc:subject>PptxGenJS Presentation</dc:subject>
  <dc:creator>MC GROUP</dc:creator>
  <cp:lastModifiedBy>MC GROUP</cp:lastModifiedBy>
  <cp:revision>1</cp:revision>
  <dcterms:created xsi:type="dcterms:W3CDTF">2026-10-16T03:23:37Z</dcterms:created>
  <dcterms:modified xsi:type="dcterms:W3CDTF">2026-10-16T03:23:37Z</dcterms:modified>
</cp:coreProperties>
</file>