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1245"/>
          </a:solidFill>
          <a:ln w="12700">
            <a:solidFill>
              <a:srgbClr val="0012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48056" y="438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FY27 HERO ASSORTMENT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48056" y="932688"/>
            <a:ext cx="502920" cy="45720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8056" y="103327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 1  /  BEST SELLERS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48056" y="130759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six models by net sales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94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 GROUP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5120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100" kern="0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ASSORTMENT REVIEW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" y="475488"/>
            <a:ext cx="274320" cy="18288"/>
          </a:xfrm>
          <a:prstGeom prst="rect">
            <a:avLst/>
          </a:prstGeom>
          <a:solidFill>
            <a:srgbClr val="E6A82D"/>
          </a:solidFill>
          <a:ln w="12700">
            <a:solidFill>
              <a:srgbClr val="E6A8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" y="6272784"/>
            <a:ext cx="11292840" cy="9144"/>
          </a:xfrm>
          <a:prstGeom prst="rect">
            <a:avLst/>
          </a:prstGeom>
          <a:solidFill>
            <a:srgbClr val="DCE2E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638251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 GROUP  /  PRODUCT CATALOGUE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77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 2026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7200" y="1554480"/>
            <a:ext cx="36271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645920"/>
            <a:ext cx="3444240" cy="12801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1645920"/>
            <a:ext cx="344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MCL-1042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" y="2962656"/>
            <a:ext cx="3371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Slim Fit Denim Jacket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" y="3255264"/>
            <a:ext cx="3371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MCL-1042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3392424"/>
            <a:ext cx="3627120" cy="310896"/>
          </a:xfrm>
          <a:prstGeom prst="rect">
            <a:avLst/>
          </a:prstGeom>
          <a:solidFill>
            <a:srgbClr val="001245"/>
          </a:solidFill>
          <a:ln w="12700">
            <a:solidFill>
              <a:srgbClr val="0012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5216" y="3392424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1,890 THB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67200" y="1554480"/>
            <a:ext cx="36271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58640" y="1645920"/>
            <a:ext cx="3444240" cy="12801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58640" y="1645920"/>
            <a:ext cx="344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MCL-2210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395216" y="2962656"/>
            <a:ext cx="3371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Cotton Oxford Shirt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395216" y="3255264"/>
            <a:ext cx="3371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MCL-2210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267200" y="3392424"/>
            <a:ext cx="3627120" cy="310896"/>
          </a:xfrm>
          <a:prstGeom prst="rect">
            <a:avLst/>
          </a:prstGeom>
          <a:solidFill>
            <a:srgbClr val="001245"/>
          </a:solidFill>
          <a:ln w="12700">
            <a:solidFill>
              <a:srgbClr val="00124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95216" y="3392424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890 THB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77200" y="1554480"/>
            <a:ext cx="36271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68640" y="1645920"/>
            <a:ext cx="3444240" cy="12801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68640" y="1645920"/>
            <a:ext cx="344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MCL-3388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8205216" y="2962656"/>
            <a:ext cx="3371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Wool Blend Blazer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205216" y="3255264"/>
            <a:ext cx="3371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MCL-3388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077200" y="3392424"/>
            <a:ext cx="3627120" cy="310896"/>
          </a:xfrm>
          <a:prstGeom prst="rect">
            <a:avLst/>
          </a:prstGeom>
          <a:solidFill>
            <a:srgbClr val="001245"/>
          </a:solidFill>
          <a:ln w="12700">
            <a:solidFill>
              <a:srgbClr val="00124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05216" y="3392424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3,450 THB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886200"/>
            <a:ext cx="36271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3977640"/>
            <a:ext cx="3444240" cy="12801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977640"/>
            <a:ext cx="344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MCL-4102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85216" y="5294376"/>
            <a:ext cx="3371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Chino Trousers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85216" y="5586984"/>
            <a:ext cx="3371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MCL-4102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" y="5724144"/>
            <a:ext cx="3627120" cy="310896"/>
          </a:xfrm>
          <a:prstGeom prst="rect">
            <a:avLst/>
          </a:prstGeom>
          <a:solidFill>
            <a:srgbClr val="001245"/>
          </a:solidFill>
          <a:ln w="12700">
            <a:solidFill>
              <a:srgbClr val="00124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85216" y="5724144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1,290 THB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67200" y="3886200"/>
            <a:ext cx="36271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58640" y="3977640"/>
            <a:ext cx="3444240" cy="12801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58640" y="3977640"/>
            <a:ext cx="344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MCL-5567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4395216" y="5294376"/>
            <a:ext cx="3371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Leather Belt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395216" y="5586984"/>
            <a:ext cx="3371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MCL-5567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267200" y="5724144"/>
            <a:ext cx="3627120" cy="310896"/>
          </a:xfrm>
          <a:prstGeom prst="rect">
            <a:avLst/>
          </a:prstGeom>
          <a:solidFill>
            <a:srgbClr val="001245"/>
          </a:solidFill>
          <a:ln w="12700">
            <a:solidFill>
              <a:srgbClr val="00124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395216" y="5724144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690 THB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77200" y="3886200"/>
            <a:ext cx="362712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68640" y="3977640"/>
            <a:ext cx="3444240" cy="1280160"/>
          </a:xfrm>
          <a:prstGeom prst="rect">
            <a:avLst/>
          </a:prstGeom>
          <a:solidFill>
            <a:srgbClr val="F7F9FC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168640" y="3977640"/>
            <a:ext cx="344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MCL-6021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8205216" y="5294376"/>
            <a:ext cx="3371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12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Canvas Tote Bag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8205216" y="5586984"/>
            <a:ext cx="3371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MCL-6021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077200" y="5724144"/>
            <a:ext cx="3627120" cy="310896"/>
          </a:xfrm>
          <a:prstGeom prst="rect">
            <a:avLst/>
          </a:prstGeom>
          <a:solidFill>
            <a:srgbClr val="001245"/>
          </a:solidFill>
          <a:ln w="12700">
            <a:solidFill>
              <a:srgbClr val="00124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205216" y="5724144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590 THB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MC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Catalogue Demo</dc:title>
  <dc:subject>PptxGenJS Presentation</dc:subject>
  <dc:creator>MC GROUP</dc:creator>
  <cp:lastModifiedBy>MC GROUP</cp:lastModifiedBy>
  <cp:revision>1</cp:revision>
  <dcterms:created xsi:type="dcterms:W3CDTF">2026-10-16T03:23:40Z</dcterms:created>
  <dcterms:modified xsi:type="dcterms:W3CDTF">2026-10-16T03:23:40Z</dcterms:modified>
</cp:coreProperties>
</file>