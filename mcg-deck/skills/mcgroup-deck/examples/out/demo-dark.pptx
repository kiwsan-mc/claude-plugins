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(THB)</c:v>
                </c:pt>
              </c:strCache>
            </c:strRef>
          </c:tx>
          <c:spPr>
            <a:solidFill>
              <a:srgbClr val="0012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FELLOW INT.</c:v>
                  </c:pt>
                  <c:pt idx="1">
                    <c:v>PiR</c:v>
                  </c:pt>
                  <c:pt idx="2">
                    <c:v>FUTURE SKILLS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160000</c:v>
                </c:pt>
                <c:pt idx="1">
                  <c:v>231000</c:v>
                </c:pt>
                <c:pt idx="2">
                  <c:v>120000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920240"/>
            <a:ext cx="82296" cy="219456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TRAINING  FY27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20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capability across 12 functions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480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 •  INVESTMENT  •  DECISION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142A60"/>
          </a:solidFill>
          <a:ln w="12700">
            <a:solidFill>
              <a:srgbClr val="142A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PARTNER PROPOSAL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 •  OCT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AI TRAINING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" y="932688"/>
            <a:ext cx="502920" cy="4572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0332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307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/ Investment / Decision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PARTNER PROPOSAL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 •  OCT 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8056" y="1490472"/>
            <a:ext cx="270662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" y="1490472"/>
            <a:ext cx="64008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04825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TRAINED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1490472"/>
            <a:ext cx="270662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490472"/>
            <a:ext cx="64008" cy="91440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1296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204825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ENABLED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490472"/>
            <a:ext cx="270662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490472"/>
            <a:ext cx="64008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04825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PROJECT PER TEAM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34272" y="1490472"/>
            <a:ext cx="270662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1490472"/>
            <a:ext cx="64008" cy="91440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204825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SOLUTIONS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57400"/>
            <a:ext cx="82296" cy="205740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22128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670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CANDIDATES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35478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FELLOW INT.  /  PiR  /  FUTURE SKILLS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4096512"/>
            <a:ext cx="1051560" cy="54864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PARTNER PROPOSAL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 •  OCT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AI TRAINING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" y="932688"/>
            <a:ext cx="502920" cy="4572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0332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COMPARISON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307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THB per vendor, foundation workshop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PARTNER PROPOSAL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 •  OCT 2026</a:t>
            </a:r>
            <a:endParaRPr lang="en-US" sz="7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173736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993392"/>
            <a:ext cx="82296" cy="205740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22860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AI TRAINING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697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478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4151376"/>
            <a:ext cx="1051560" cy="54864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416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 •  INVESTMENT  •  DECISION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PROPOSAL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142A60"/>
          </a:solidFill>
          <a:ln w="12700">
            <a:solidFill>
              <a:srgbClr val="142A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PARTNER PROPOSAL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 •  OCT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MC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Premium Demo</dc:title>
  <dc:subject>PptxGenJS Presentation</dc:subject>
  <dc:creator>MC GROUP</dc:creator>
  <cp:lastModifiedBy>MC GROUP</cp:lastModifiedBy>
  <cp:revision>1</cp:revision>
  <dcterms:created xsi:type="dcterms:W3CDTF">2026-10-16T03:23:49Z</dcterms:created>
  <dcterms:modified xsi:type="dcterms:W3CDTF">2026-10-16T03:23:49Z</dcterms:modified>
</cp:coreProperties>
</file>