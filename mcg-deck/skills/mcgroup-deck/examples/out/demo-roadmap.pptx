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1245"/>
          </a:solidFill>
          <a:ln w="12700">
            <a:solidFill>
              <a:srgbClr val="0012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48056" y="43891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01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FY27 AI TRAINING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48056" y="932688"/>
            <a:ext cx="502920" cy="45720"/>
          </a:xfrm>
          <a:prstGeom prst="rect">
            <a:avLst/>
          </a:prstGeom>
          <a:solidFill>
            <a:srgbClr val="E6A82D"/>
          </a:solidFill>
          <a:ln w="12700">
            <a:solidFill>
              <a:srgbClr val="E6A8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48056" y="103327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  /  OCT 2026 — APR 2027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48056" y="130759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77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 milestones from assessment to production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194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1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 GROUP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51206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100" kern="0" dirty="0">
                <a:solidFill>
                  <a:srgbClr val="001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  /  MILESTONES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57200" y="475488"/>
            <a:ext cx="274320" cy="18288"/>
          </a:xfrm>
          <a:prstGeom prst="rect">
            <a:avLst/>
          </a:prstGeom>
          <a:solidFill>
            <a:srgbClr val="E6A82D"/>
          </a:solidFill>
          <a:ln w="12700">
            <a:solidFill>
              <a:srgbClr val="E6A8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" y="6272784"/>
            <a:ext cx="11292840" cy="9144"/>
          </a:xfrm>
          <a:prstGeom prst="rect">
            <a:avLst/>
          </a:prstGeom>
          <a:solidFill>
            <a:srgbClr val="DCE2EC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638251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77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 GROUP  /  TIMELINE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0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77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OCT 2026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57200" y="3794760"/>
            <a:ext cx="11247120" cy="146304"/>
          </a:xfrm>
          <a:prstGeom prst="rect">
            <a:avLst/>
          </a:prstGeom>
          <a:solidFill>
            <a:srgbClr val="001245"/>
          </a:solidFill>
          <a:ln w="12700">
            <a:solidFill>
              <a:srgbClr val="0012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75588" y="3694176"/>
            <a:ext cx="237744" cy="347472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1737360"/>
            <a:ext cx="1691640" cy="1737360"/>
          </a:xfrm>
          <a:prstGeom prst="rect">
            <a:avLst/>
          </a:prstGeom>
          <a:solidFill>
            <a:srgbClr val="F7F9FC"/>
          </a:solidFill>
          <a:ln w="6350">
            <a:solidFill>
              <a:srgbClr val="E8ECF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184708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D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OCT–NOV 2026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066544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1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Readiness assessment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2414016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300 assessed, 100 selected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06908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519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M1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150108" y="3694176"/>
            <a:ext cx="237744" cy="347472"/>
          </a:xfrm>
          <a:prstGeom prst="rect">
            <a:avLst/>
          </a:prstGeom>
          <a:solidFill>
            <a:srgbClr val="E6A82D"/>
          </a:solidFill>
          <a:ln w="12700">
            <a:solidFill>
              <a:srgbClr val="E6A82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23160" y="1737360"/>
            <a:ext cx="1691640" cy="1737360"/>
          </a:xfrm>
          <a:prstGeom prst="rect">
            <a:avLst/>
          </a:prstGeom>
          <a:solidFill>
            <a:srgbClr val="F7F9FC"/>
          </a:solidFill>
          <a:ln w="6350">
            <a:solidFill>
              <a:srgbClr val="E8ECF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514600" y="184708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A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NOV 2026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2514600" y="2066544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1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Foundation Workshop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2514600" y="2414016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 participants, 50+ champions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2331720" y="406908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519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M2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24628" y="3694176"/>
            <a:ext cx="237744" cy="347472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97680" y="1737360"/>
            <a:ext cx="1691640" cy="1737360"/>
          </a:xfrm>
          <a:prstGeom prst="rect">
            <a:avLst/>
          </a:prstGeom>
          <a:solidFill>
            <a:srgbClr val="F7F9FC"/>
          </a:solidFill>
          <a:ln w="6350">
            <a:solidFill>
              <a:srgbClr val="E8ECF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389120" y="184708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D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NOV 2026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4389120" y="2066544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1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Advance Workshop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389120" y="2414016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10–12 teams, MVPs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4206240" y="406908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519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899148" y="3694176"/>
            <a:ext cx="237744" cy="347472"/>
          </a:xfrm>
          <a:prstGeom prst="rect">
            <a:avLst/>
          </a:prstGeom>
          <a:solidFill>
            <a:srgbClr val="E6A82D"/>
          </a:solidFill>
          <a:ln w="12700">
            <a:solidFill>
              <a:srgbClr val="E6A82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72200" y="1737360"/>
            <a:ext cx="1691640" cy="1737360"/>
          </a:xfrm>
          <a:prstGeom prst="rect">
            <a:avLst/>
          </a:prstGeom>
          <a:solidFill>
            <a:srgbClr val="F7F9FC"/>
          </a:solidFill>
          <a:ln w="6350">
            <a:solidFill>
              <a:srgbClr val="E8ECF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263640" y="184708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A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 2026–FEB 2027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6263640" y="2066544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1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Hackathon preparation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6263640" y="2414016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Solutions readied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6080760" y="406908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519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M4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773668" y="3694176"/>
            <a:ext cx="237744" cy="347472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046720" y="1737360"/>
            <a:ext cx="1691640" cy="1737360"/>
          </a:xfrm>
          <a:prstGeom prst="rect">
            <a:avLst/>
          </a:prstGeom>
          <a:solidFill>
            <a:srgbClr val="F7F9FC"/>
          </a:solidFill>
          <a:ln w="6350">
            <a:solidFill>
              <a:srgbClr val="E8ECF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138160" y="184708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D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FEB 2027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8138160" y="2066544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1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Hackathon Day &amp; Demo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138160" y="2414016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winners selected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7955280" y="406908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519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M5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10648188" y="3694176"/>
            <a:ext cx="237744" cy="347472"/>
          </a:xfrm>
          <a:prstGeom prst="rect">
            <a:avLst/>
          </a:prstGeom>
          <a:solidFill>
            <a:srgbClr val="E6A82D"/>
          </a:solidFill>
          <a:ln w="12700">
            <a:solidFill>
              <a:srgbClr val="E6A82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921240" y="1737360"/>
            <a:ext cx="1691640" cy="1737360"/>
          </a:xfrm>
          <a:prstGeom prst="rect">
            <a:avLst/>
          </a:prstGeom>
          <a:solidFill>
            <a:srgbClr val="F7F9FC"/>
          </a:solidFill>
          <a:ln w="6350">
            <a:solidFill>
              <a:srgbClr val="E8ECF3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0012680" y="184708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A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 APR 2027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10012680" y="2066544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1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10012680" y="2414016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Transition to live</a:t>
            </a:r>
            <a:endParaRPr lang="en-US" sz="850" dirty="0"/>
          </a:p>
        </p:txBody>
      </p:sp>
      <p:sp>
        <p:nvSpPr>
          <p:cNvPr id="49" name="Text 47"/>
          <p:cNvSpPr txBox="1"/>
          <p:nvPr/>
        </p:nvSpPr>
        <p:spPr>
          <a:xfrm>
            <a:off x="9829800" y="406908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519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MC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Roadmap Demo</dc:title>
  <dc:subject>PptxGenJS Presentation</dc:subject>
  <dc:creator>MC GROUP</dc:creator>
  <cp:lastModifiedBy>MC GROUP</cp:lastModifiedBy>
  <cp:revision>1</cp:revision>
  <dcterms:created xsi:type="dcterms:W3CDTF">2026-10-16T03:23:45Z</dcterms:created>
  <dcterms:modified xsi:type="dcterms:W3CDTF">2026-10-16T03:23:45Z</dcterms:modified>
</cp:coreProperties>
</file>